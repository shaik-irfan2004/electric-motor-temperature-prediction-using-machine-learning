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290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Electric Motor Temperature Prediction Using Machine Learning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Electric Motor Temperature Prediction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Electric motor temperature prediction is crucial for ensuring operational safety and efficiency.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predictions help prevent overheating and potential motor failures.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techniques offer advanced solutions for real-time temperature estimation.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Importance of Monitoring Motor Temperature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Monitoring helps in predictive maintenance, reducing downtime and repair costs.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Excessive heat can degrade motor components and reduce lifespan.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Reliable temperature prediction contributes to improved energy efficiency.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for Machine Learning Models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is collected from sensors measuring parameters like current, voltage, and ambient conditions.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Historical temperature data is used to train and validate models.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data preprocessing is essential for accurate predictions.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Machine Learning Algorithms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Regression models such as Linear Regression and Support Vector Regression are frequently used.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Tree-based models like Random Forest and Gradient Boosting offer robustness.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Neural networks can capture complex nonlinear relationships in the data.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Feature Engineering and Selection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Relevant features include electrical parameters, environmental factors, and motor load.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Feature scaling and normalization improve model performance.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Dimensionality reduction techniques help in selecting the most impactful features.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Training and Validation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is split into training and testing sets to evaluate model accuracy.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Cross-validation techniques prevent overfitting and enhance generalization.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Performance metrics such as RMSE and MAE assess prediction quality.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Temperature Prediction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Variability in operational conditions can affect model accuracy.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Limited or noisy data can hinder model training.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Real-time prediction requires efficient algorithms with low latency.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Applications of ML-based Temperature Prediction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Integration into motor control systems for real-time thermal management.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Enabling predictive maintenance schedules for industrial motors.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Improving overall system reliability and safety in various industries.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and Innovations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Incorporating deep learning models for better accuracy.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Using IoT and edge computing for real-time, on-site predictions.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Combining multiple sensor data for more comprehensive thermal analysis.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0"/>
            <a:ext cx="9144000" cy="576072"/>
          </a:xfrm>
          <a:prstGeom prst="rect">
            <a:avLst/>
          </a:prstGeom>
          <a:solidFill>
            <a:srgbClr val="6B90B2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solidFill>
            <a:srgbClr val="CCD64D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572000"/>
            <a:ext cx="6400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0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1B558E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Key Takeaways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provides effective tools for electric motor temperature prediction.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Accurate and timely predictions can significantly enhance motor lifespan and safety.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 and technological advancements continue to improve predictive capabilities.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393</Words>
  <Application>Microsoft Office PowerPoint</Application>
  <PresentationFormat>On-screen Show (16:9)</PresentationFormat>
  <Paragraphs>82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Motor Temperature Prediction Using Machine Learning</dc:title>
  <dc:subject>Electric Motor Temperature Prediction Using Machine Learning</dc:subject>
  <dc:creator>SlideMake.com</dc:creator>
  <cp:lastModifiedBy>Meenuga Abhi</cp:lastModifiedBy>
  <cp:revision>2</cp:revision>
  <dcterms:created xsi:type="dcterms:W3CDTF">2026-02-26T09:11:41Z</dcterms:created>
  <dcterms:modified xsi:type="dcterms:W3CDTF">2026-02-26T09:11:56Z</dcterms:modified>
</cp:coreProperties>
</file>